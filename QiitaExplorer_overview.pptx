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0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3622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486400" y="274320"/>
            <a:ext cx="4572000" cy="4572000"/>
          </a:xfrm>
          <a:prstGeom prst="ellipse">
            <a:avLst/>
          </a:prstGeom>
          <a:solidFill>
            <a:srgbClr val="1A3570">
              <a:alpha val="5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0" y="1005840"/>
            <a:ext cx="3200400" cy="3200400"/>
          </a:xfrm>
          <a:prstGeom prst="ellipse">
            <a:avLst/>
          </a:prstGeom>
          <a:solidFill>
            <a:srgbClr val="0D2558">
              <a:alpha val="60000"/>
            </a:srgbClr>
          </a:solidFill>
          <a:ln w="9525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132320" y="1737360"/>
            <a:ext cx="1828800" cy="1828800"/>
          </a:xfrm>
          <a:prstGeom prst="ellipse">
            <a:avLst/>
          </a:prstGeom>
          <a:solidFill>
            <a:srgbClr val="028090">
              <a:alpha val="4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QiitaExplorer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4572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Microbiome Data Explorer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web interface for browsing and analyzing Qiita microbiome studies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Sharma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This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01752" y="109728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01752" y="1097280"/>
            <a:ext cx="7315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84632" y="12618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Scale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62763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Qiita holds 50TB+ of microbiome data across hundreds of studies — far too large to navigate manually.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27448" y="109728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727448" y="1097280"/>
            <a:ext cx="7315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10328" y="12618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Interface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10328" y="162763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existed for browsing, filtering, and querying Qiita study data without writing raw PostgreSQL.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" y="30175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01752" y="3017520"/>
            <a:ext cx="7315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84632" y="31821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Bottleneck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" y="354787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relevant studies by data type, sample count, and prep info required expert-level database access.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27448" y="3017520"/>
            <a:ext cx="42062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727448" y="3017520"/>
            <a:ext cx="73152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910328" y="31821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10328" y="3547872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fast, interactive tool to explore, curate, and analyze Qiita studies — accessible to any researcher.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057400" cy="1645920"/>
          </a:xfrm>
          <a:prstGeom prst="rect">
            <a:avLst/>
          </a:prstGeom>
          <a:solidFill>
            <a:srgbClr val="6B46C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Qiita DB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50TB+ (read-only)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1828800"/>
            <a:ext cx="1508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703320" y="1709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005840"/>
            <a:ext cx="2057400" cy="164592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566160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50876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5001 · run.py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23560" y="1828800"/>
            <a:ext cx="1508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903720" y="17099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005840"/>
            <a:ext cx="2057400" cy="1645920"/>
          </a:xfrm>
          <a:prstGeom prst="rect">
            <a:avLst/>
          </a:prstGeom>
          <a:solidFill>
            <a:srgbClr val="05966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766560" y="105156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1508760"/>
            <a:ext cx="2057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Babel standalone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 · app.js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31720" y="3017520"/>
            <a:ext cx="2057400" cy="1691640"/>
          </a:xfrm>
          <a:prstGeom prst="rect">
            <a:avLst/>
          </a:prstGeom>
          <a:solidFill>
            <a:srgbClr val="D97706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2331720" y="30632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Cache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347472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projects.db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 TTL · SQL store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&amp; chat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017520"/>
            <a:ext cx="2057400" cy="1691640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46320" y="30632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gemma3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NRP-Nautilus endpoint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generation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/scan agentic loop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06240" y="2651760"/>
            <a:ext cx="0" cy="3657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133088" y="29077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2651760"/>
            <a:ext cx="0" cy="3657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4544568" y="290779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▼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65760" y="116128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Browser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Qiita studies by data type, sample count, and metadata completeness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82112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182112" y="1005840"/>
            <a:ext cx="2743200" cy="7315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91840" y="116128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55448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studies into named projects for focused, organized analysis sessions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08192" y="10058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108192" y="1005840"/>
            <a:ext cx="27432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217920" y="116128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natural-language questions — the LLM auto-translates to SQL queries on the Qiita DB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0175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56032" y="3017520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65760" y="317296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/report Command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56616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that fetches all details of a study – much quicker if you know what you are looking for as compared to the LLM </a:t>
            </a:r>
            <a:r>
              <a:rPr lang="en-US" sz="11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slowly fetching all details.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82112" y="30175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3182112" y="3017520"/>
            <a:ext cx="27432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291840" y="317296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Modal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356616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Lazy-fetched prep &amp; artifact info with 6h SQLite cache to avoid redundant Qiita DB hits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08192" y="301752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6108192" y="3017520"/>
            <a:ext cx="27432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217920" y="317296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No-Refresh 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17920" y="3566160"/>
            <a:ext cx="2523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local state updates — sidebar mutations never trigger a full page reload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What's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1252728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gap: </a:t>
            </a: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QiitaExplorer connects Qiita's 50TB+ PostgreSQL DB to a researcher-friendly local web interface.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002536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189280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insights: </a:t>
            </a: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layer (gemma3) makes complex data exploration possible without any SQL knowledge.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752344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2642616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exploration: </a:t>
            </a: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/scan agentic loop turns passive browsing into multi-step, synthesized data investigation.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50215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3392424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scale: </a:t>
            </a:r>
            <a:r>
              <a:rPr lang="en-US" sz="1400" dirty="0">
                <a:solidFill>
                  <a:srgbClr val="A0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LIMIT-capped queries, lazy detail fetching, and 6h SQLite caching keep the 50TB+ DB manageable.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160520"/>
            <a:ext cx="8138160" cy="68580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85800" y="4206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Forwarding — streaming study data from Qiita into downstream analysis pipelines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382</Words>
  <Application>Microsoft Macintosh PowerPoint</Application>
  <PresentationFormat>On-screen Show (16:9)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ezredbiom: Local Microbiome Data Explorer</dc:title>
  <dc:subject>PptxGenJS Presentation</dc:subject>
  <dc:creator>Dhruv Sharma</dc:creator>
  <cp:lastModifiedBy>Dhruv Sharma</cp:lastModifiedBy>
  <cp:revision>2</cp:revision>
  <dcterms:created xsi:type="dcterms:W3CDTF">2026-05-19T02:59:33Z</dcterms:created>
  <dcterms:modified xsi:type="dcterms:W3CDTF">2026-05-19T19:05:47Z</dcterms:modified>
</cp:coreProperties>
</file>